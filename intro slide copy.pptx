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78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Whitehouse" userId="0ecba9273f6ad366" providerId="LiveId" clId="{81CE7A41-9A7C-493A-803E-AD023A68B544}"/>
    <pc:docChg chg="custSel modSld">
      <pc:chgData name="Michael Whitehouse" userId="0ecba9273f6ad366" providerId="LiveId" clId="{81CE7A41-9A7C-493A-803E-AD023A68B544}" dt="2024-03-18T08:22:06.691" v="9" actId="1076"/>
      <pc:docMkLst>
        <pc:docMk/>
      </pc:docMkLst>
      <pc:sldChg chg="modSp mod">
        <pc:chgData name="Michael Whitehouse" userId="0ecba9273f6ad366" providerId="LiveId" clId="{81CE7A41-9A7C-493A-803E-AD023A68B544}" dt="2024-03-18T08:22:06.691" v="9" actId="1076"/>
        <pc:sldMkLst>
          <pc:docMk/>
          <pc:sldMk cId="1131942694" sldId="1788"/>
        </pc:sldMkLst>
        <pc:spChg chg="mod">
          <ac:chgData name="Michael Whitehouse" userId="0ecba9273f6ad366" providerId="LiveId" clId="{81CE7A41-9A7C-493A-803E-AD023A68B544}" dt="2024-03-18T08:01:54.781" v="8" actId="20577"/>
          <ac:spMkLst>
            <pc:docMk/>
            <pc:sldMk cId="1131942694" sldId="1788"/>
            <ac:spMk id="2" creationId="{EF33B582-6761-F01A-3E20-3A598C832FCD}"/>
          </ac:spMkLst>
        </pc:spChg>
        <pc:spChg chg="mod">
          <ac:chgData name="Michael Whitehouse" userId="0ecba9273f6ad366" providerId="LiveId" clId="{81CE7A41-9A7C-493A-803E-AD023A68B544}" dt="2024-03-18T08:22:06.691" v="9" actId="1076"/>
          <ac:spMkLst>
            <pc:docMk/>
            <pc:sldMk cId="1131942694" sldId="1788"/>
            <ac:spMk id="3" creationId="{47C041DB-CF9C-EFF4-DE36-FE7930C8227F}"/>
          </ac:spMkLst>
        </pc:spChg>
      </pc:sldChg>
    </pc:docChg>
  </pc:docChgLst>
  <pc:docChgLst>
    <pc:chgData name="Michael Whitehouse" userId="0ecba9273f6ad366" providerId="LiveId" clId="{A6E13143-4AC8-4DCC-954A-FA3FDB4E0BAC}"/>
    <pc:docChg chg="custSel modSld">
      <pc:chgData name="Michael Whitehouse" userId="0ecba9273f6ad366" providerId="LiveId" clId="{A6E13143-4AC8-4DCC-954A-FA3FDB4E0BAC}" dt="2024-07-23T07:17:32.395" v="37" actId="20577"/>
      <pc:docMkLst>
        <pc:docMk/>
      </pc:docMkLst>
      <pc:sldChg chg="modSp mod">
        <pc:chgData name="Michael Whitehouse" userId="0ecba9273f6ad366" providerId="LiveId" clId="{A6E13143-4AC8-4DCC-954A-FA3FDB4E0BAC}" dt="2024-07-23T07:17:32.395" v="37" actId="20577"/>
        <pc:sldMkLst>
          <pc:docMk/>
          <pc:sldMk cId="1131942694" sldId="1788"/>
        </pc:sldMkLst>
        <pc:spChg chg="mod">
          <ac:chgData name="Michael Whitehouse" userId="0ecba9273f6ad366" providerId="LiveId" clId="{A6E13143-4AC8-4DCC-954A-FA3FDB4E0BAC}" dt="2024-07-23T07:17:32.395" v="37" actId="20577"/>
          <ac:spMkLst>
            <pc:docMk/>
            <pc:sldMk cId="1131942694" sldId="1788"/>
            <ac:spMk id="3" creationId="{47C041DB-CF9C-EFF4-DE36-FE7930C8227F}"/>
          </ac:spMkLst>
        </pc:spChg>
      </pc:sldChg>
    </pc:docChg>
  </pc:docChgLst>
  <pc:docChgLst>
    <pc:chgData name="Michael Whitehouse" userId="0ecba9273f6ad366" providerId="LiveId" clId="{48FF4334-59C0-4636-902D-0942D7D856AD}"/>
    <pc:docChg chg="custSel modSld">
      <pc:chgData name="Michael Whitehouse" userId="0ecba9273f6ad366" providerId="LiveId" clId="{48FF4334-59C0-4636-902D-0942D7D856AD}" dt="2023-07-27T07:02:20.842" v="28" actId="20577"/>
      <pc:docMkLst>
        <pc:docMk/>
      </pc:docMkLst>
      <pc:sldChg chg="modSp mod">
        <pc:chgData name="Michael Whitehouse" userId="0ecba9273f6ad366" providerId="LiveId" clId="{48FF4334-59C0-4636-902D-0942D7D856AD}" dt="2023-07-27T07:02:20.842" v="28" actId="20577"/>
        <pc:sldMkLst>
          <pc:docMk/>
          <pc:sldMk cId="1131942694" sldId="1788"/>
        </pc:sldMkLst>
        <pc:spChg chg="mod">
          <ac:chgData name="Michael Whitehouse" userId="0ecba9273f6ad366" providerId="LiveId" clId="{48FF4334-59C0-4636-902D-0942D7D856AD}" dt="2023-07-27T07:02:20.842" v="28" actId="20577"/>
          <ac:spMkLst>
            <pc:docMk/>
            <pc:sldMk cId="1131942694" sldId="1788"/>
            <ac:spMk id="2" creationId="{EF33B582-6761-F01A-3E20-3A598C832FCD}"/>
          </ac:spMkLst>
        </pc:spChg>
        <pc:spChg chg="mod">
          <ac:chgData name="Michael Whitehouse" userId="0ecba9273f6ad366" providerId="LiveId" clId="{48FF4334-59C0-4636-902D-0942D7D856AD}" dt="2023-07-27T06:46:37.671" v="1" actId="27636"/>
          <ac:spMkLst>
            <pc:docMk/>
            <pc:sldMk cId="1131942694" sldId="1788"/>
            <ac:spMk id="3" creationId="{47C041DB-CF9C-EFF4-DE36-FE7930C82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E71AE-D324-4F1E-B915-121ABD7081D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B62F0-D798-4EE9-94D7-62B2BA320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92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4908A-AE17-4331-9F50-37394065F6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47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D654-988E-320D-86FF-A9C0994F5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7FB46-C528-8180-2AF1-61FE79BBF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A43DA-F6F2-19DF-0320-8DA9CB74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74E25-CAD0-7E01-ADBA-CA3A0F8E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7B88F-C86C-9A76-DF62-1DD9E1BF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39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B859-5C2A-D7A2-9C49-6E6F2179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37BA-838B-C719-A274-DA986E02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CA67E-C8F7-4290-8C05-91DEE7C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C7571-601B-2295-3755-8DB3B4C2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07FD-CD49-4000-7ED7-31B72CE6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19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18D1-78C1-3494-173F-F450304F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C2CFA-7F97-AB27-2992-41C34561D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52DA-8EF3-D085-14D5-86188831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0C058-9A83-D3B7-03B4-CB139C35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2221-CC53-AFA3-7B49-F9AB16C4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38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4973-667E-DC36-6CAB-AEC04376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7EC13-AEF5-8DBB-566D-31D791600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D3A32-5A24-4DE8-A7C3-46F9AF95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65345-A048-FA70-7017-3184FE2D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48AA0-0084-EF28-5EAD-BC44ABAF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E61D2-D876-0A2F-9D5C-6330E811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2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C12C9-62DB-0DB8-AC54-A37FECA2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ABC7-8EE6-C704-FCE1-9E703D098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3F8F7-361B-B292-7806-86EE2B032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7C3EC-F6EE-3082-5901-21A5C692C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62700-E7B4-CB4F-2471-21C9F643C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01FB4F-34D7-AAE2-48FC-58B45C28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07BBD-77BD-BCBD-E084-11E21601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7A226-0469-78D1-0F7D-AE8F1625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44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002E-A73B-8735-9AF8-E9521481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35CF1-5DD4-750B-B80D-56DDDF68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38086-3BCB-3307-E228-BC88A625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4A8B2-0127-6984-4F13-3BD8DBC7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22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A2C3A-0393-C0AE-DF90-229B3886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D19DF-A5E3-5560-C431-C8587F42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D235E-6CA9-D003-AEDD-FFD1F537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84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F83C-F3E9-D564-6D1D-E3235FED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E426-1B55-51C8-9985-B428E8F2E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F2997-849A-179F-7CD7-1256A3014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EE442-EED7-21AB-586C-1C42D3ED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845F7-B5AD-7861-9971-F9B8554F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B2DBC-5802-25B0-30CA-D9E90289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34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4178-972F-A38F-695F-FC8E56D4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31D36-93F3-16EA-A066-53AC75204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B383E-A35B-1C65-8E2E-114040945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1023B-A9C1-CB81-94C2-EC639E44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ED6E9-9685-5A1A-616A-38A02B5B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4C474-983F-3849-72DB-9E55463AF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27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C800-2EEE-5388-2A98-21E9FE5F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6FB05-FDD7-E28B-C212-5A93D0A0C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A5E92-9898-AE24-C1EC-495AAE29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B1B4-E118-4065-55F4-BEDA766E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EBDAF-EE75-C187-9CF9-56D4D5B7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28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196B2-1AE4-E271-EB25-AA26A71FF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E8552-2AB8-E868-8A1A-EC4714F13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6BB5-328C-E52F-284A-87349757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9969-23C0-DC4E-EE47-AC0C80AB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767B-0460-87D2-C8C6-973F9FFE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093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4CBFC5-126D-4E5D-BA79-A65662FA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43" y="440494"/>
            <a:ext cx="11341268" cy="6428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21330-4B4A-4C5F-85CF-D5CBC2772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8643" y="1083334"/>
            <a:ext cx="11341268" cy="400110"/>
          </a:xfrm>
          <a:prstGeom prst="rect">
            <a:avLst/>
          </a:prstGeom>
        </p:spPr>
        <p:txBody>
          <a:bodyPr lIns="0" tIns="45720" rIns="0" bIns="4572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20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1375FA3-68AA-4B3B-BB83-932D76211D48}"/>
              </a:ext>
            </a:extLst>
          </p:cNvPr>
          <p:cNvSpPr txBox="1">
            <a:spLocks/>
          </p:cNvSpPr>
          <p:nvPr userDrawn="1"/>
        </p:nvSpPr>
        <p:spPr>
          <a:xfrm>
            <a:off x="4038600" y="6598894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>
              <a:defRPr sz="900">
                <a:solidFill>
                  <a:srgbClr val="000000"/>
                </a:solidFill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7929050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87BF9-49F9-CD31-541B-0D2CDA4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A758-D525-54CE-6C41-F29FCE80D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66D30-19C3-86BA-6559-96F958F77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DB0F3-9048-4466-B9C6-A10698BCF08C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FF7E-68DA-1E4D-2060-571451F36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ED499-F2E5-802C-3E98-F9C6BAE11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A14DE-C898-4BFC-9A23-CB8CF52C2C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50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outube.com/@mwclou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mike@michaelwhitehous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3B582-6761-F01A-3E20-3A598C83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69" y="3041224"/>
            <a:ext cx="12144418" cy="1020559"/>
          </a:xfrm>
        </p:spPr>
        <p:txBody>
          <a:bodyPr>
            <a:normAutofit fontScale="90000"/>
          </a:bodyPr>
          <a:lstStyle/>
          <a:p>
            <a:r>
              <a:rPr lang="en-GB" dirty="0">
                <a:hlinkClick r:id="rId3"/>
              </a:rPr>
              <a:t>Youtube.com/@mwcloud</a:t>
            </a:r>
            <a:br>
              <a:rPr lang="en-GB" dirty="0"/>
            </a:br>
            <a:r>
              <a:rPr lang="en-GB" dirty="0"/>
              <a:t>github.com/kramit</a:t>
            </a:r>
            <a:br>
              <a:rPr lang="en-GB" dirty="0"/>
            </a:br>
            <a:r>
              <a:rPr lang="en-GB" dirty="0">
                <a:hlinkClick r:id="rId4"/>
              </a:rPr>
              <a:t>mike@michaelwhitehouse.com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041DB-CF9C-EFF4-DE36-FE7930C82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469" y="4829540"/>
            <a:ext cx="7969983" cy="1200329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AZ-104 Azure Administrator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707CE-642B-D6E2-1051-85B5124DD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85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D421F-B211-D72B-A458-0921E043E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401" y="2285605"/>
            <a:ext cx="2749684" cy="261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4269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22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Youtube.com/@mwcloud github.com/kramit mike@michaelwhitehouse.com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Youtube.com/@mwcloud github.com/kramit mike@michaelwhitehouse.com</dc:title>
  <dc:creator>Michael Whitehouse</dc:creator>
  <cp:lastModifiedBy>Michael Whitehouse</cp:lastModifiedBy>
  <cp:revision>2</cp:revision>
  <dcterms:created xsi:type="dcterms:W3CDTF">2023-06-18T19:50:51Z</dcterms:created>
  <dcterms:modified xsi:type="dcterms:W3CDTF">2026-06-22T06:38:21Z</dcterms:modified>
</cp:coreProperties>
</file>