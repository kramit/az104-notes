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4229" r:id="rId1"/>
  </p:sldMasterIdLst>
  <p:notesMasterIdLst>
    <p:notesMasterId r:id="rId5"/>
  </p:notesMasterIdLst>
  <p:handoutMasterIdLst>
    <p:handoutMasterId r:id="rId6"/>
  </p:handoutMasterIdLst>
  <p:sldIdLst>
    <p:sldId id="2147479705" r:id="rId2"/>
    <p:sldId id="2147479654" r:id="rId3"/>
    <p:sldId id="2147479656" r:id="rId4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clusion section" id="{2C0AA42D-E78E-478E-ACFA-B03EAC236D8E}">
          <p14:sldIdLst>
            <p14:sldId id="2147479705"/>
            <p14:sldId id="2147479654"/>
            <p14:sldId id="2147479656"/>
          </p14:sldIdLst>
        </p14:section>
      </p14:sectionLst>
    </p:ex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E8E8E8"/>
    <a:srgbClr val="D4D4D4"/>
    <a:srgbClr val="E8E6DF"/>
    <a:srgbClr val="FB5A65"/>
    <a:srgbClr val="CD9BCF"/>
    <a:srgbClr val="FFA38B"/>
    <a:srgbClr val="D59ED7"/>
    <a:srgbClr val="8DC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 autoAdjust="0"/>
    <p:restoredTop sz="86919" autoAdjust="0"/>
  </p:normalViewPr>
  <p:slideViewPr>
    <p:cSldViewPr snapToGrid="0" showGuides="1">
      <p:cViewPr>
        <p:scale>
          <a:sx n="100" d="100"/>
          <a:sy n="100" d="100"/>
        </p:scale>
        <p:origin x="690" y="270"/>
      </p:cViewPr>
      <p:guideLst>
        <p:guide pos="4200"/>
        <p:guide orient="horz" pos="2160"/>
        <p:guide pos="5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1/19/2025 4:51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61486BA7-839C-4D2B-BD52-EF0BBA8433FD}" type="datetime8">
              <a:rPr lang="en-US" smtClean="0"/>
              <a:t>1/19/2025 4:51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</a:t>
            </a:r>
            <a:br>
              <a:rPr lang="en-US" dirty="0"/>
            </a:br>
            <a:r>
              <a:rPr lang="en-US" dirty="0"/>
              <a:t>presentation title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81BEF-F3D5-4E06-A0A1-569EA3D3C406}"/>
              </a:ext>
            </a:extLst>
          </p:cNvPr>
          <p:cNvSpPr txBox="1"/>
          <p:nvPr userDrawn="1"/>
        </p:nvSpPr>
        <p:spPr>
          <a:xfrm>
            <a:off x="289560" y="6165778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Section divider title</a:t>
            </a:r>
          </a:p>
        </p:txBody>
      </p:sp>
    </p:spTree>
    <p:extLst>
      <p:ext uri="{BB962C8B-B14F-4D97-AF65-F5344CB8AC3E}">
        <p14:creationId xmlns:p14="http://schemas.microsoft.com/office/powerpoint/2010/main" val="261902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 userDrawn="1">
          <p15:clr>
            <a:srgbClr val="FBAE40"/>
          </p15:clr>
        </p15:guide>
        <p15:guide id="2" orient="horz" pos="264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30887"/>
          </a:xfrm>
        </p:spPr>
        <p:txBody>
          <a:bodyPr/>
          <a:lstStyle>
            <a:lvl1pPr>
              <a:defRPr sz="28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ACC74-6208-CE08-E6B1-3D2EF75EB2B5}"/>
              </a:ext>
            </a:extLst>
          </p:cNvPr>
          <p:cNvSpPr txBox="1"/>
          <p:nvPr userDrawn="1"/>
        </p:nvSpPr>
        <p:spPr>
          <a:xfrm>
            <a:off x="289560" y="6165778"/>
            <a:ext cx="609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4" r:id="rId1"/>
    <p:sldLayoutId id="2147484845" r:id="rId2"/>
    <p:sldLayoutId id="2147484903" r:id="rId3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learn.microsoft.com/training/courses/browse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3" y="3429000"/>
            <a:ext cx="4916488" cy="1231106"/>
          </a:xfrm>
        </p:spPr>
        <p:txBody>
          <a:bodyPr/>
          <a:lstStyle/>
          <a:p>
            <a:r>
              <a:rPr lang="en-US"/>
              <a:t>AZ-104T00A</a:t>
            </a:r>
            <a:br>
              <a:rPr lang="en-US" sz="4000" dirty="0"/>
            </a:br>
            <a:r>
              <a:rPr lang="en-US" sz="4000" dirty="0">
                <a:solidFill>
                  <a:schemeClr val="tx2">
                    <a:lumMod val="50000"/>
                  </a:schemeClr>
                </a:solidFill>
              </a:rPr>
              <a:t>Azure Administrator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88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Thank you for attending this course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40011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Here are some reminders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BB8CD774-E161-61A8-A522-D1535573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946" y="2216079"/>
            <a:ext cx="3161757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6EF7A416-217B-B74D-2A37-73B81E90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62691" y="2204594"/>
            <a:ext cx="3142420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AB37A0EA-578B-84A5-AE07-644384EA1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90459" y="2216079"/>
            <a:ext cx="3125706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A316BF9-C4B9-DD49-36CE-1D11F0D1172A}"/>
              </a:ext>
            </a:extLst>
          </p:cNvPr>
          <p:cNvSpPr txBox="1">
            <a:spLocks/>
          </p:cNvSpPr>
          <p:nvPr/>
        </p:nvSpPr>
        <p:spPr bwMode="auto">
          <a:xfrm>
            <a:off x="914867" y="3101572"/>
            <a:ext cx="335036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Celebrate your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new skills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BCA26C15-2479-3215-DA45-30CA95A86BF1}"/>
              </a:ext>
            </a:extLst>
          </p:cNvPr>
          <p:cNvSpPr txBox="1">
            <a:spLocks/>
          </p:cNvSpPr>
          <p:nvPr/>
        </p:nvSpPr>
        <p:spPr bwMode="auto">
          <a:xfrm>
            <a:off x="4352663" y="3090087"/>
            <a:ext cx="335036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Let us know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how we did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115584E-5D15-89B4-1E8A-3A2B2C2A948E}"/>
              </a:ext>
            </a:extLst>
          </p:cNvPr>
          <p:cNvSpPr txBox="1">
            <a:spLocks/>
          </p:cNvSpPr>
          <p:nvPr/>
        </p:nvSpPr>
        <p:spPr bwMode="auto">
          <a:xfrm>
            <a:off x="7811770" y="3101573"/>
            <a:ext cx="3310116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Become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Microsoft Certified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DB18E57-06A5-07C5-77E6-7A3931D0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405884" y="4047600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Redeem your achievement</a:t>
            </a:r>
          </a:p>
          <a:p>
            <a:r>
              <a:rPr lang="en-US" sz="1400" dirty="0"/>
              <a:t>Share with us and your network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7BEECF-9AA7-29D4-B995-C86E4E84D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836049" y="4036115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Give us your feedback</a:t>
            </a:r>
          </a:p>
          <a:p>
            <a:r>
              <a:rPr lang="en-US" sz="1400" dirty="0"/>
              <a:t>Survey will be sent via email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6F9F362-4F2E-D227-CD26-237B46E62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8275114" y="4047600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Explore additional resources to help prepare</a:t>
            </a:r>
          </a:p>
          <a:p>
            <a:r>
              <a:rPr lang="en-US" sz="1400" dirty="0"/>
              <a:t>Schedule your exam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A0CB41-0E46-734C-4922-03B79C43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012" y="1653893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EEDCE-1714-0823-ABDF-9A463BF4414A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2612A22-D03D-EB09-D2F9-46DCD2A71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3E7F02-D409-47E7-2524-7C278F717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900873" y="1665378"/>
            <a:ext cx="1110600" cy="1110600"/>
            <a:chOff x="9378893" y="2116300"/>
            <a:chExt cx="1110600" cy="11106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F2EB2C-F39B-78A2-5F62-B5420D61E6B0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EEABFC34-76B9-583D-E57A-80FBE646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9A420F-4813-DE87-923E-2BAD0B326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37572" y="1665378"/>
            <a:ext cx="1110600" cy="1110600"/>
            <a:chOff x="1742946" y="2116300"/>
            <a:chExt cx="1110600" cy="1110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204F6C-AFC4-B17E-9CBF-22DC543234BF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DB37397-7AB9-34FE-DA9D-61EDF50E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FD91B82-FBFF-2306-8695-498B4BE67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95382" y="5117126"/>
            <a:ext cx="5816349" cy="510909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defTabSz="914400">
              <a:spcAft>
                <a:spcPts val="800"/>
              </a:spcAft>
              <a:defRPr/>
            </a:pPr>
            <a:r>
              <a:rPr lang="en-US" sz="1400" dirty="0">
                <a:solidFill>
                  <a:srgbClr val="1A1A1A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Tag us social: </a:t>
            </a:r>
            <a:r>
              <a:rPr lang="en-US" sz="1400" b="1" dirty="0">
                <a:solidFill>
                  <a:schemeClr val="accent1"/>
                </a:solidFill>
                <a:latin typeface="Segoe UI Semibold"/>
                <a:ea typeface="Calibri" panose="020F0502020204030204" pitchFamily="34" charset="0"/>
                <a:cs typeface="Arial" panose="020B0604020202020204" pitchFamily="34" charset="0"/>
              </a:rPr>
              <a:t>#AlwaysLearning</a:t>
            </a:r>
            <a:endParaRPr lang="en-US" sz="1400" dirty="0">
              <a:solidFill>
                <a:schemeClr val="accent1"/>
              </a:solidFill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3207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be next in your learning journey?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369332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AZ-305, Designing Microsoft Azure Infrastructure Solutions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E5AA3F-8DC3-7586-58F1-04DC08230853}"/>
              </a:ext>
            </a:extLst>
          </p:cNvPr>
          <p:cNvSpPr txBox="1"/>
          <p:nvPr/>
        </p:nvSpPr>
        <p:spPr>
          <a:xfrm>
            <a:off x="1545930" y="1833681"/>
            <a:ext cx="461282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2A446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Microsoft Azure Solutions Architects</a:t>
            </a:r>
          </a:p>
        </p:txBody>
      </p:sp>
      <p:sp>
        <p:nvSpPr>
          <p:cNvPr id="13" name="Rounded Rectangle 3_1">
            <a:extLst>
              <a:ext uri="{FF2B5EF4-FFF2-40B4-BE49-F238E27FC236}">
                <a16:creationId xmlns:a16="http://schemas.microsoft.com/office/drawing/2014/main" id="{C2C305D4-EFF2-1747-FE82-9AA47D27A3F9}"/>
              </a:ext>
            </a:extLst>
          </p:cNvPr>
          <p:cNvSpPr/>
          <p:nvPr/>
        </p:nvSpPr>
        <p:spPr>
          <a:xfrm>
            <a:off x="585217" y="2137982"/>
            <a:ext cx="5207827" cy="2900109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169863" marR="0" lvl="0" indent="-169863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Provide subject matter expertise in designing cloud and hybrid solutions that run on Azure</a:t>
            </a:r>
          </a:p>
          <a:p>
            <a:pPr marL="169863" marR="0" lvl="0" indent="-169863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Advise stakeholders and translate business requirements into designs for Azure solution</a:t>
            </a:r>
          </a:p>
          <a:p>
            <a:pPr marL="169863" marR="0" lvl="0" indent="-169863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161616"/>
                </a:solidFill>
                <a:latin typeface="Segoe UI" panose="020B0502040204020203" pitchFamily="34" charset="0"/>
              </a:rPr>
              <a:t>I</a:t>
            </a:r>
            <a:r>
              <a:rPr lang="en-US" sz="1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mplement solutions on Azure by partnering with developers, administrators, security engineers, and data engineers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A446F-AFEF-F2EB-A32B-CA61EE7C8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1013" y="5219281"/>
            <a:ext cx="9681980" cy="510909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defTabSz="914400">
              <a:spcAft>
                <a:spcPts val="800"/>
              </a:spcAft>
              <a:defRPr/>
            </a:pPr>
            <a:r>
              <a:rPr lang="en-US" sz="1400" dirty="0">
                <a:solidFill>
                  <a:srgbClr val="1A1A1A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Find more information about this course at: </a:t>
            </a:r>
            <a:r>
              <a:rPr lang="en-US" sz="1400" b="1" u="sng" dirty="0">
                <a:solidFill>
                  <a:srgbClr val="2A446F"/>
                </a:solidFill>
                <a:latin typeface="Segoe UI Semibold"/>
                <a:ea typeface="Calibri" panose="020F0502020204030204" pitchFamily="34" charset="0"/>
                <a:cs typeface="Arial" panose="020B0604020202020204" pitchFamily="34" charset="0"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learn.microsoft.com/training/courses/browse</a:t>
            </a:r>
            <a:endParaRPr lang="en-US" sz="1400" u="sng" dirty="0">
              <a:solidFill>
                <a:srgbClr val="2A446F"/>
              </a:solidFill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FD58F-F1B5-3570-6A96-B28EABD16FF9}"/>
              </a:ext>
            </a:extLst>
          </p:cNvPr>
          <p:cNvSpPr txBox="1"/>
          <p:nvPr/>
        </p:nvSpPr>
        <p:spPr>
          <a:xfrm>
            <a:off x="7759320" y="1829597"/>
            <a:ext cx="231249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2A446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Topics covered</a:t>
            </a:r>
          </a:p>
        </p:txBody>
      </p:sp>
      <p:sp>
        <p:nvSpPr>
          <p:cNvPr id="14" name="Rounded Rectangle 3_1">
            <a:extLst>
              <a:ext uri="{FF2B5EF4-FFF2-40B4-BE49-F238E27FC236}">
                <a16:creationId xmlns:a16="http://schemas.microsoft.com/office/drawing/2014/main" id="{AD2590E8-30A6-88E8-46EF-8B3C842DA5F5}"/>
              </a:ext>
            </a:extLst>
          </p:cNvPr>
          <p:cNvSpPr/>
          <p:nvPr/>
        </p:nvSpPr>
        <p:spPr>
          <a:xfrm>
            <a:off x="6000062" y="2138777"/>
            <a:ext cx="5207827" cy="2900109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Segoe UI"/>
                <a:cs typeface="Segoe UI" panose="020B0502040204020203" pitchFamily="34" charset="0"/>
              </a:rPr>
              <a:t>Design identity, governance, and monitoring solutions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Segoe UI"/>
                <a:cs typeface="Segoe UI" panose="020B0502040204020203" pitchFamily="34" charset="0"/>
              </a:rPr>
              <a:t>Design data storage solutions 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Segoe UI"/>
                <a:cs typeface="Segoe UI" panose="020B0502040204020203" pitchFamily="34" charset="0"/>
              </a:rPr>
              <a:t>Design business continuity solutions </a:t>
            </a:r>
          </a:p>
          <a:p>
            <a:pPr marL="137160" marR="0" lvl="0" indent="-13716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Segoe UI"/>
                <a:cs typeface="Segoe UI" panose="020B0502040204020203" pitchFamily="34" charset="0"/>
              </a:rPr>
              <a:t>Design infrastructure solutions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53498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166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Segoe UI</vt:lpstr>
      <vt:lpstr>Segoe UI Light</vt:lpstr>
      <vt:lpstr>Segoe UI Semibold</vt:lpstr>
      <vt:lpstr>Wingdings</vt:lpstr>
      <vt:lpstr>LIGHT MODE</vt:lpstr>
      <vt:lpstr>AZ-104T00A Azure Administrator</vt:lpstr>
      <vt:lpstr>Thank you for attending this course</vt:lpstr>
      <vt:lpstr>What could be next in your learning journey?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2023-11-13T16:14:43Z</dcterms:created>
  <dcterms:modified xsi:type="dcterms:W3CDTF">2025-01-20T00:52:06Z</dcterms:modified>
</cp:coreProperties>
</file>